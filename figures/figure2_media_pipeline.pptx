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"/>
            <a:ext cx="8229600" cy="4114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Figure 2. Media text analysis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" y="1188720"/>
            <a:ext cx="1124712" cy="548640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" y="2651760"/>
            <a:ext cx="1124712" cy="548640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Surface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4160520"/>
            <a:ext cx="1124712" cy="548640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Deeper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5532120"/>
            <a:ext cx="1124712" cy="53035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1499616" y="868680"/>
            <a:ext cx="4434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Data preparation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17 Factiva search exports split into articles, then numbered paragraphs.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Preview-only stubs and cross-search duplicate articles flagged out.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Corpus: n = 578 unique articles → 21,314 paragraphs.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9616" y="2331720"/>
            <a:ext cx="4434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Surface analysis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Dictionary-based tagging on word stems of 'attachment' and 'addiction'.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Each paragraph classified as having mentions of: 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(i) addiction, (ii) attachment, (iii) both, or (iv) neither.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99616" y="3794760"/>
            <a:ext cx="4434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Deeper analysis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GPT-5 four-class classifier with 30 few-shot examples.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Each paragraph classified as having meanings of: 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(i) addiction, (ii) attachment, (iii) both, or (iv) neither.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99616" y="5349240"/>
            <a:ext cx="4434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Final labeled corpus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n = 21,314 paragraphs across four categories.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395728"/>
            <a:ext cx="28346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Surface analysis result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Addiction   n = 178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Attachment  n = 140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Both        n = 7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Neither     n = 20,989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34455" y="2926080"/>
            <a:ext cx="301753" cy="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236208" y="3881628"/>
            <a:ext cx="2834640" cy="11064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 bIns="73152"/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Validation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Compared against manual coding of subset (n = 30 paragraphs).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Calibri"/>
              </a:rPr>
              <a:t>Inter-rater reliability: Cohen's and Fleiss' kappa.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34455" y="4430268"/>
            <a:ext cx="301753" cy="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717035" y="2057400"/>
            <a:ext cx="0" cy="27432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17035" y="3520439"/>
            <a:ext cx="0" cy="274321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17035" y="5074920"/>
            <a:ext cx="0" cy="274320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