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Figure 1. Text analysis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" y="1207007"/>
            <a:ext cx="1005840" cy="420624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" y="2624328"/>
            <a:ext cx="1005840" cy="420624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" y="4133087"/>
            <a:ext cx="1005840" cy="420624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Deeper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" y="5550407"/>
            <a:ext cx="1005840" cy="420624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868680"/>
            <a:ext cx="4434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Data preparation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14 legal complaints parsed into numbered paragraphs.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Procedural 'attached as Exhibit X' uses excluded from attachment vocabulary.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Corpus: n = 4,146 paragraphs.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2240280"/>
            <a:ext cx="4434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Surface-level analysis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Dictionary-based tagging on word stems of 'attachment' and 'addiction'.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Each paragraph labeled: addiction, attachment, both, or neither.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3703320"/>
            <a:ext cx="4434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Deeper analysis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GPT-5 four-class classifier guided by a formal coding manual.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Few-shot calibration: 30 paragraphs, 3-coder consensus (1 in 138 of corpus).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Each paragraph classified: addiction, attachment, both, or neither.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5303520"/>
            <a:ext cx="4434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Final labeled corpus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n = 4,146 paragraphs across four categories.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368296"/>
            <a:ext cx="2834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Dictionary result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Addiction   n = 65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Attachment  n = 29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Both        n = 1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Neither     n = 4,053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834640"/>
            <a:ext cx="274321" cy="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943600" y="3877056"/>
            <a:ext cx="2834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Validation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Held-out subset (n = 29 paragraphs);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3 expert raters + LLM.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Fleiss' kappa: pending recoding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79" y="4343400"/>
            <a:ext cx="274321" cy="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51860" y="1965960"/>
            <a:ext cx="0" cy="27432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51860" y="3429000"/>
            <a:ext cx="0" cy="27432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51860" y="4983479"/>
            <a:ext cx="0" cy="320041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